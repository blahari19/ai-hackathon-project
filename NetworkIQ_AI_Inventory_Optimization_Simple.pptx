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2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342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287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938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242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041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924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743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8647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271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434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789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22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0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584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74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•  SUPPLY CHAIN AI 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456432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Inventory Optimization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75504" y="4160520"/>
            <a:ext cx="182880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3434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Inventory Across Multiple Warehouses Using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 system that recommends the best inventory placement and stock transfers across multiple warehouses.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68980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8" name="Image 0" descr="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4354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971800"/>
            <a:ext cx="40827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 delivery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77356" y="29718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1676" y="3268980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2" name="Image 1" descr="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34354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4636" y="2971800"/>
            <a:ext cx="40827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inventory cost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869180"/>
            <a:ext cx="640080" cy="64008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6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0356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572000"/>
            <a:ext cx="40827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product availability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277356" y="457200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51676" y="4869180"/>
            <a:ext cx="640080" cy="64008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0" name="Image 3" descr="icons/sm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50356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4636" y="4572000"/>
            <a:ext cx="40827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satisfaction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5" name="Image 0" descr="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747601"/>
            <a:ext cx="272125" cy="272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2331720"/>
            <a:ext cx="95097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5880" y="160020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stored in the wrong warehouse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9" name="Image 1" descr="icons/tren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2616281"/>
            <a:ext cx="272125" cy="2721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3200400"/>
            <a:ext cx="95097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25880" y="246888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transportation cost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3" name="Image 2" descr="icons/cloc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484961"/>
            <a:ext cx="272125" cy="2721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371600" y="4069080"/>
            <a:ext cx="95097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325880" y="333756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product delivery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7" name="Image 3" descr="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4353641"/>
            <a:ext cx="272125" cy="27212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371600" y="4937760"/>
            <a:ext cx="95097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325880" y="42062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shortage in high-demand areas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1" name="Image 4" descr="icons/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5222321"/>
            <a:ext cx="272125" cy="27212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371600" y="5806440"/>
            <a:ext cx="950976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325880" y="507492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sales and customer satisfaction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Inventory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analyzes six key inputs to recommend the best inventory placement and transfers: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517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8" name="Image 0" descr="icons/tren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27991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375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 &amp; demand forecast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52544" y="24231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1144" y="26517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3" name="Image 1" descr="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5" y="279916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33375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81144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 at each location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56448" y="24231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85048" y="26517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2" descr="icons/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449" y="279916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5048" y="33375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85048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space &amp; capacity limits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4805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7091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3" name="Image 3" descr="icons/truck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41" y="4856561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5394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Cost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77240" y="57150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move stock between locations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52544" y="44805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81144" y="47091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8" name="Image 4" descr="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545" y="4856561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81144" y="5394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81144" y="57150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transfer and deliver stock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56448" y="448056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85048" y="4709160"/>
            <a:ext cx="566928" cy="566928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3" name="Image 5" descr="icons/t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2449" y="4856561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85048" y="5394960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85048" y="57150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size, perishability, velocity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Product, Right Place, Right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52574" cy="2606040"/>
          </a:xfrm>
          <a:prstGeom prst="roundRect">
            <a:avLst>
              <a:gd name="adj" fmla="val 493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32027" y="2039112"/>
            <a:ext cx="685800" cy="68580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7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335" y="22174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66969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3319272"/>
            <a:ext cx="15233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inventory, capacity &amp; cost data collected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01214" y="28849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66974" y="1783080"/>
            <a:ext cx="1852574" cy="2606040"/>
          </a:xfrm>
          <a:prstGeom prst="roundRect">
            <a:avLst>
              <a:gd name="adj" fmla="val 4936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3350362" y="2039112"/>
            <a:ext cx="685800" cy="68580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14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670" y="221742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4990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58414" y="2880360"/>
            <a:ext cx="166969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31566" y="3319272"/>
            <a:ext cx="15233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demand, cost, and capacity together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19549" y="28849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985309" y="1783080"/>
            <a:ext cx="1852574" cy="2606040"/>
          </a:xfrm>
          <a:prstGeom prst="roundRect">
            <a:avLst>
              <a:gd name="adj" fmla="val 4936"/>
            </a:avLst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5568696" y="2039112"/>
            <a:ext cx="685800" cy="68580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1" name="Image 2" descr="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004" y="221742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13325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076749" y="2880360"/>
            <a:ext cx="166969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149901" y="3319272"/>
            <a:ext cx="15233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warehouse &amp; transfer plan generated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837883" y="28849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203643" y="1783080"/>
            <a:ext cx="1852574" cy="2606040"/>
          </a:xfrm>
          <a:prstGeom prst="roundRect">
            <a:avLst>
              <a:gd name="adj" fmla="val 4936"/>
            </a:avLst>
          </a:prstGeom>
          <a:solidFill>
            <a:srgbClr val="1E2761"/>
          </a:solidFill>
          <a:ln/>
        </p:spPr>
      </p:sp>
      <p:sp>
        <p:nvSpPr>
          <p:cNvPr id="27" name="Shape 22"/>
          <p:cNvSpPr/>
          <p:nvPr/>
        </p:nvSpPr>
        <p:spPr>
          <a:xfrm>
            <a:off x="7787030" y="2039112"/>
            <a:ext cx="685800" cy="68580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8" name="Image 3" descr="icons/user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338" y="2217420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31659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295083" y="2880360"/>
            <a:ext cx="166969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Approval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368235" y="3319272"/>
            <a:ext cx="15233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reviews and approves the plan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056218" y="28849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9421978" y="1783080"/>
            <a:ext cx="1852574" cy="2606040"/>
          </a:xfrm>
          <a:prstGeom prst="roundRect">
            <a:avLst>
              <a:gd name="adj" fmla="val 4936"/>
            </a:avLst>
          </a:prstGeom>
          <a:solidFill>
            <a:srgbClr val="1E2761"/>
          </a:solidFill>
          <a:ln/>
        </p:spPr>
      </p:sp>
      <p:sp>
        <p:nvSpPr>
          <p:cNvPr id="34" name="Shape 28"/>
          <p:cNvSpPr/>
          <p:nvPr/>
        </p:nvSpPr>
        <p:spPr>
          <a:xfrm>
            <a:off x="10005365" y="2039112"/>
            <a:ext cx="685800" cy="68580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35" name="Image 4" descr="icons/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3673" y="2217420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49994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513418" y="2880360"/>
            <a:ext cx="166969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586570" y="3319272"/>
            <a:ext cx="15233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executed &amp; results tracked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48640" y="47091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0FE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7091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2743200" y="470916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 Availability   •   Faster Delivery   •   Lower Transfer Cost   •   Higher Profitability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87068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6" name="Image 0" descr="icons/tren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18202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54480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77356" y="1554480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8524" y="1687068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0" name="Image 1" descr="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661" y="1820205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1756" y="1554480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2624328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2756916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4" name="Image 2" descr="icons/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2890053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624328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 Check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77356" y="2624328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8524" y="2756916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18" name="Image 3" descr="icons/truck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661" y="2890053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1756" y="2624328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Recommendation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3694176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3826764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2" name="Image 4" descr="icons/do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3959901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694176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277356" y="3694176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78524" y="3826764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26" name="Image 5" descr="icons/usercheck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661" y="3959901"/>
            <a:ext cx="245791" cy="24579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91756" y="3694176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Approval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548640" y="4764024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49808" y="4896612"/>
            <a:ext cx="512064" cy="512064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30" name="Image 6" descr="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945" y="5029749"/>
            <a:ext cx="245791" cy="24579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4764024"/>
            <a:ext cx="42656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7F9FD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EAF0FE"/>
          </a:solidFill>
          <a:ln/>
        </p:spPr>
      </p:sp>
      <p:pic>
        <p:nvPicPr>
          <p:cNvPr id="6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600" dirty="0"/>
          </a:p>
        </p:txBody>
      </p:sp>
      <p:pic>
        <p:nvPicPr>
          <p:cNvPr id="8" name="Image 1" descr="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0604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350" dirty="0"/>
          </a:p>
        </p:txBody>
      </p:sp>
      <p:pic>
        <p:nvPicPr>
          <p:cNvPr id="10" name="Image 2" descr="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729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1272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product availability</a:t>
            </a:r>
            <a:endParaRPr lang="en-US" sz="1350" dirty="0"/>
          </a:p>
        </p:txBody>
      </p:sp>
      <p:pic>
        <p:nvPicPr>
          <p:cNvPr id="12" name="Image 3" descr="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3989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8448" y="36941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inventory cost</a:t>
            </a:r>
            <a:endParaRPr lang="en-US" sz="1350" dirty="0"/>
          </a:p>
        </p:txBody>
      </p:sp>
      <p:pic>
        <p:nvPicPr>
          <p:cNvPr id="14" name="Image 4" descr="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0682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98448" y="42611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transfer cost</a:t>
            </a:r>
            <a:endParaRPr lang="en-US" sz="1350" dirty="0"/>
          </a:p>
        </p:txBody>
      </p:sp>
      <p:pic>
        <p:nvPicPr>
          <p:cNvPr id="16" name="Image 5" descr="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73752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98448" y="4828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satisfaction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</p:sp>
      <p:sp>
        <p:nvSpPr>
          <p:cNvPr id="19" name="Shape 11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0" name="Image 6" descr="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26948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2" name="Shape 13"/>
          <p:cNvSpPr/>
          <p:nvPr/>
        </p:nvSpPr>
        <p:spPr>
          <a:xfrm>
            <a:off x="6583680" y="2697480"/>
            <a:ext cx="502920" cy="50292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3" name="Image 7" descr="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439" y="2828239"/>
            <a:ext cx="241402" cy="24140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269480" y="2697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tracking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583680" y="3474720"/>
            <a:ext cx="502920" cy="50292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6" name="Image 8" descr="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3605479"/>
            <a:ext cx="241402" cy="24140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26948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warehouse integration</a:t>
            </a:r>
            <a:endParaRPr lang="en-US" sz="1350" dirty="0"/>
          </a:p>
        </p:txBody>
      </p:sp>
      <p:sp>
        <p:nvSpPr>
          <p:cNvPr id="28" name="Shape 17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2C3778"/>
          </a:solidFill>
          <a:ln/>
        </p:spPr>
      </p:sp>
      <p:pic>
        <p:nvPicPr>
          <p:cNvPr id="29" name="Image 9" descr="icons/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4439" y="4382719"/>
            <a:ext cx="241402" cy="24140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269480" y="4251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forecasting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6263640" y="5257800"/>
            <a:ext cx="5376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2" name="Text 2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NetworkIQ  |  AI Inventory Optimization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326</Words>
  <Application>Microsoft Office PowerPoint</Application>
  <PresentationFormat>Widescreen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2026-08-08T04:59:35Z</dcterms:created>
  <dcterms:modified xsi:type="dcterms:W3CDTF">2026-08-08T05:05:01Z</dcterms:modified>
</cp:coreProperties>
</file>